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2D105-6AF4-46DB-8AB5-98D1D3A03E44}" v="13" dt="2026-08-13T20:53:14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Amphlett" userId="f2f8973773aa74ea" providerId="LiveId" clId="{A41DE2D8-04D7-458A-AF64-89CE264836EB}"/>
    <pc:docChg chg="undo custSel addSld modSld">
      <pc:chgData name="Dave Amphlett" userId="f2f8973773aa74ea" providerId="LiveId" clId="{A41DE2D8-04D7-458A-AF64-89CE264836EB}" dt="2026-08-13T20:53:22.049" v="565" actId="14100"/>
      <pc:docMkLst>
        <pc:docMk/>
      </pc:docMkLst>
      <pc:sldChg chg="addSp delSp modSp new mod">
        <pc:chgData name="Dave Amphlett" userId="f2f8973773aa74ea" providerId="LiveId" clId="{A41DE2D8-04D7-458A-AF64-89CE264836EB}" dt="2026-08-13T20:53:22.049" v="565" actId="14100"/>
        <pc:sldMkLst>
          <pc:docMk/>
          <pc:sldMk cId="1369959891" sldId="256"/>
        </pc:sldMkLst>
        <pc:spChg chg="del">
          <ac:chgData name="Dave Amphlett" userId="f2f8973773aa74ea" providerId="LiveId" clId="{A41DE2D8-04D7-458A-AF64-89CE264836EB}" dt="2026-08-13T20:21:33.372" v="1" actId="478"/>
          <ac:spMkLst>
            <pc:docMk/>
            <pc:sldMk cId="1369959891" sldId="256"/>
            <ac:spMk id="2" creationId="{27093919-0BFC-A4A2-0623-F82C88C53E6B}"/>
          </ac:spMkLst>
        </pc:spChg>
        <pc:spChg chg="del">
          <ac:chgData name="Dave Amphlett" userId="f2f8973773aa74ea" providerId="LiveId" clId="{A41DE2D8-04D7-458A-AF64-89CE264836EB}" dt="2026-08-13T20:21:43.185" v="2" actId="478"/>
          <ac:spMkLst>
            <pc:docMk/>
            <pc:sldMk cId="1369959891" sldId="256"/>
            <ac:spMk id="3" creationId="{D970A711-28AE-AA43-208C-E40F810FAFC0}"/>
          </ac:spMkLst>
        </pc:spChg>
        <pc:spChg chg="add mod">
          <ac:chgData name="Dave Amphlett" userId="f2f8973773aa74ea" providerId="LiveId" clId="{A41DE2D8-04D7-458A-AF64-89CE264836EB}" dt="2026-08-13T20:30:38.321" v="154" actId="14100"/>
          <ac:spMkLst>
            <pc:docMk/>
            <pc:sldMk cId="1369959891" sldId="256"/>
            <ac:spMk id="4" creationId="{8700F575-1302-6F62-6838-A5EDB0C8520E}"/>
          </ac:spMkLst>
        </pc:spChg>
        <pc:spChg chg="add mod">
          <ac:chgData name="Dave Amphlett" userId="f2f8973773aa74ea" providerId="LiveId" clId="{A41DE2D8-04D7-458A-AF64-89CE264836EB}" dt="2026-08-13T20:27:32.335" v="89" actId="20577"/>
          <ac:spMkLst>
            <pc:docMk/>
            <pc:sldMk cId="1369959891" sldId="256"/>
            <ac:spMk id="6" creationId="{477E7A0B-5429-3B6D-BB4D-16510B5D4E17}"/>
          </ac:spMkLst>
        </pc:spChg>
        <pc:spChg chg="add mod">
          <ac:chgData name="Dave Amphlett" userId="f2f8973773aa74ea" providerId="LiveId" clId="{A41DE2D8-04D7-458A-AF64-89CE264836EB}" dt="2026-08-13T20:30:48.903" v="155" actId="14100"/>
          <ac:spMkLst>
            <pc:docMk/>
            <pc:sldMk cId="1369959891" sldId="256"/>
            <ac:spMk id="8" creationId="{ADBCDECE-B81D-875C-F447-1AB88E1FF3C0}"/>
          </ac:spMkLst>
        </pc:spChg>
        <pc:spChg chg="add mod">
          <ac:chgData name="Dave Amphlett" userId="f2f8973773aa74ea" providerId="LiveId" clId="{A41DE2D8-04D7-458A-AF64-89CE264836EB}" dt="2026-08-13T20:49:58.348" v="522" actId="14100"/>
          <ac:spMkLst>
            <pc:docMk/>
            <pc:sldMk cId="1369959891" sldId="256"/>
            <ac:spMk id="10" creationId="{9B1F5DEF-36C9-EFC9-2069-A001677006BF}"/>
          </ac:spMkLst>
        </pc:spChg>
        <pc:spChg chg="add mod">
          <ac:chgData name="Dave Amphlett" userId="f2f8973773aa74ea" providerId="LiveId" clId="{A41DE2D8-04D7-458A-AF64-89CE264836EB}" dt="2026-08-13T20:41:41.146" v="357" actId="1076"/>
          <ac:spMkLst>
            <pc:docMk/>
            <pc:sldMk cId="1369959891" sldId="256"/>
            <ac:spMk id="12" creationId="{F726BA43-A148-052A-ACA7-A78F9B84D083}"/>
          </ac:spMkLst>
        </pc:spChg>
        <pc:spChg chg="add mod">
          <ac:chgData name="Dave Amphlett" userId="f2f8973773aa74ea" providerId="LiveId" clId="{A41DE2D8-04D7-458A-AF64-89CE264836EB}" dt="2026-08-13T20:36:16.926" v="250" actId="14100"/>
          <ac:spMkLst>
            <pc:docMk/>
            <pc:sldMk cId="1369959891" sldId="256"/>
            <ac:spMk id="14" creationId="{A78E6FC9-C13E-DBCC-8D89-E494DCAF4C52}"/>
          </ac:spMkLst>
        </pc:spChg>
        <pc:spChg chg="add mod">
          <ac:chgData name="Dave Amphlett" userId="f2f8973773aa74ea" providerId="LiveId" clId="{A41DE2D8-04D7-458A-AF64-89CE264836EB}" dt="2026-08-13T20:52:29.211" v="555" actId="1076"/>
          <ac:spMkLst>
            <pc:docMk/>
            <pc:sldMk cId="1369959891" sldId="256"/>
            <ac:spMk id="15" creationId="{5790A94E-54F7-8CB9-2269-88C6DCA1A262}"/>
          </ac:spMkLst>
        </pc:spChg>
        <pc:spChg chg="add del mod">
          <ac:chgData name="Dave Amphlett" userId="f2f8973773aa74ea" providerId="LiveId" clId="{A41DE2D8-04D7-458A-AF64-89CE264836EB}" dt="2026-08-13T20:35:33.364" v="216" actId="478"/>
          <ac:spMkLst>
            <pc:docMk/>
            <pc:sldMk cId="1369959891" sldId="256"/>
            <ac:spMk id="17" creationId="{B6E99E3F-6F1A-0881-1A07-15FDC35C1124}"/>
          </ac:spMkLst>
        </pc:spChg>
        <pc:spChg chg="add mod">
          <ac:chgData name="Dave Amphlett" userId="f2f8973773aa74ea" providerId="LiveId" clId="{A41DE2D8-04D7-458A-AF64-89CE264836EB}" dt="2026-08-13T20:52:38.928" v="556" actId="1076"/>
          <ac:spMkLst>
            <pc:docMk/>
            <pc:sldMk cId="1369959891" sldId="256"/>
            <ac:spMk id="19" creationId="{77DDEADC-FF2E-841A-4C67-31C1FF8BB85A}"/>
          </ac:spMkLst>
        </pc:spChg>
        <pc:spChg chg="add mod">
          <ac:chgData name="Dave Amphlett" userId="f2f8973773aa74ea" providerId="LiveId" clId="{A41DE2D8-04D7-458A-AF64-89CE264836EB}" dt="2026-08-13T20:50:08.323" v="524" actId="1076"/>
          <ac:spMkLst>
            <pc:docMk/>
            <pc:sldMk cId="1369959891" sldId="256"/>
            <ac:spMk id="21" creationId="{A0342890-D305-5142-5BEC-69908D782C40}"/>
          </ac:spMkLst>
        </pc:spChg>
        <pc:spChg chg="add mod">
          <ac:chgData name="Dave Amphlett" userId="f2f8973773aa74ea" providerId="LiveId" clId="{A41DE2D8-04D7-458A-AF64-89CE264836EB}" dt="2026-08-13T20:51:03.327" v="531" actId="1076"/>
          <ac:spMkLst>
            <pc:docMk/>
            <pc:sldMk cId="1369959891" sldId="256"/>
            <ac:spMk id="23" creationId="{DEF699CB-ECDB-F01F-DF9C-B66789677492}"/>
          </ac:spMkLst>
        </pc:spChg>
        <pc:spChg chg="add mod">
          <ac:chgData name="Dave Amphlett" userId="f2f8973773aa74ea" providerId="LiveId" clId="{A41DE2D8-04D7-458A-AF64-89CE264836EB}" dt="2026-08-13T20:48:15.402" v="508" actId="1076"/>
          <ac:spMkLst>
            <pc:docMk/>
            <pc:sldMk cId="1369959891" sldId="256"/>
            <ac:spMk id="25" creationId="{887B5C17-E93F-A2D0-87B7-3393328AA546}"/>
          </ac:spMkLst>
        </pc:spChg>
        <pc:spChg chg="add mod">
          <ac:chgData name="Dave Amphlett" userId="f2f8973773aa74ea" providerId="LiveId" clId="{A41DE2D8-04D7-458A-AF64-89CE264836EB}" dt="2026-08-13T20:51:51.512" v="544" actId="1076"/>
          <ac:spMkLst>
            <pc:docMk/>
            <pc:sldMk cId="1369959891" sldId="256"/>
            <ac:spMk id="27" creationId="{6A00E69D-64E5-36EE-8B71-62051BAA1BCB}"/>
          </ac:spMkLst>
        </pc:spChg>
        <pc:spChg chg="add del mod">
          <ac:chgData name="Dave Amphlett" userId="f2f8973773aa74ea" providerId="LiveId" clId="{A41DE2D8-04D7-458A-AF64-89CE264836EB}" dt="2026-08-13T20:50:02.263" v="523" actId="478"/>
          <ac:spMkLst>
            <pc:docMk/>
            <pc:sldMk cId="1369959891" sldId="256"/>
            <ac:spMk id="29" creationId="{2E82345F-04A8-A25C-6424-415A321A5826}"/>
          </ac:spMkLst>
        </pc:spChg>
        <pc:spChg chg="add mod">
          <ac:chgData name="Dave Amphlett" userId="f2f8973773aa74ea" providerId="LiveId" clId="{A41DE2D8-04D7-458A-AF64-89CE264836EB}" dt="2026-08-13T20:51:47.196" v="543" actId="1076"/>
          <ac:spMkLst>
            <pc:docMk/>
            <pc:sldMk cId="1369959891" sldId="256"/>
            <ac:spMk id="31" creationId="{5FD52030-39BA-1301-E81C-C9052DED68C4}"/>
          </ac:spMkLst>
        </pc:spChg>
        <pc:spChg chg="add del mod">
          <ac:chgData name="Dave Amphlett" userId="f2f8973773aa74ea" providerId="LiveId" clId="{A41DE2D8-04D7-458A-AF64-89CE264836EB}" dt="2026-08-13T20:51:36.375" v="540" actId="478"/>
          <ac:spMkLst>
            <pc:docMk/>
            <pc:sldMk cId="1369959891" sldId="256"/>
            <ac:spMk id="33" creationId="{D9B9BF87-8F2F-3FB5-C926-46CA9C115C39}"/>
          </ac:spMkLst>
        </pc:spChg>
        <pc:spChg chg="add del mod">
          <ac:chgData name="Dave Amphlett" userId="f2f8973773aa74ea" providerId="LiveId" clId="{A41DE2D8-04D7-458A-AF64-89CE264836EB}" dt="2026-08-13T20:51:25.932" v="537" actId="478"/>
          <ac:spMkLst>
            <pc:docMk/>
            <pc:sldMk cId="1369959891" sldId="256"/>
            <ac:spMk id="35" creationId="{10FA48D1-4356-F1CB-5F18-E18B66D42A63}"/>
          </ac:spMkLst>
        </pc:spChg>
        <pc:spChg chg="add del mod">
          <ac:chgData name="Dave Amphlett" userId="f2f8973773aa74ea" providerId="LiveId" clId="{A41DE2D8-04D7-458A-AF64-89CE264836EB}" dt="2026-08-13T20:45:34.530" v="468" actId="478"/>
          <ac:spMkLst>
            <pc:docMk/>
            <pc:sldMk cId="1369959891" sldId="256"/>
            <ac:spMk id="44" creationId="{BA0FD432-CFC8-ACA4-F472-077FA3E0AC21}"/>
          </ac:spMkLst>
        </pc:spChg>
        <pc:spChg chg="add mod">
          <ac:chgData name="Dave Amphlett" userId="f2f8973773aa74ea" providerId="LiveId" clId="{A41DE2D8-04D7-458A-AF64-89CE264836EB}" dt="2026-08-13T20:46:39.173" v="499" actId="114"/>
          <ac:spMkLst>
            <pc:docMk/>
            <pc:sldMk cId="1369959891" sldId="256"/>
            <ac:spMk id="45" creationId="{1E5179E7-9812-3658-C9E3-08AD5892D045}"/>
          </ac:spMkLst>
        </pc:spChg>
        <pc:cxnChg chg="add mod">
          <ac:chgData name="Dave Amphlett" userId="f2f8973773aa74ea" providerId="LiveId" clId="{A41DE2D8-04D7-458A-AF64-89CE264836EB}" dt="2026-08-13T20:51:03.327" v="531" actId="1076"/>
          <ac:cxnSpMkLst>
            <pc:docMk/>
            <pc:sldMk cId="1369959891" sldId="256"/>
            <ac:cxnSpMk id="37" creationId="{1E6D8631-78D9-E7C4-AD86-38E651E48A88}"/>
          </ac:cxnSpMkLst>
        </pc:cxnChg>
        <pc:cxnChg chg="add mod">
          <ac:chgData name="Dave Amphlett" userId="f2f8973773aa74ea" providerId="LiveId" clId="{A41DE2D8-04D7-458A-AF64-89CE264836EB}" dt="2026-08-13T20:51:47.196" v="543" actId="1076"/>
          <ac:cxnSpMkLst>
            <pc:docMk/>
            <pc:sldMk cId="1369959891" sldId="256"/>
            <ac:cxnSpMk id="38" creationId="{6467ACD9-39D9-9D07-EDD1-E8D56DB15313}"/>
          </ac:cxnSpMkLst>
        </pc:cxnChg>
        <pc:cxnChg chg="add del mod">
          <ac:chgData name="Dave Amphlett" userId="f2f8973773aa74ea" providerId="LiveId" clId="{A41DE2D8-04D7-458A-AF64-89CE264836EB}" dt="2026-08-13T20:51:39.183" v="541" actId="478"/>
          <ac:cxnSpMkLst>
            <pc:docMk/>
            <pc:sldMk cId="1369959891" sldId="256"/>
            <ac:cxnSpMk id="39" creationId="{2791CE8F-0F53-4580-9550-68C3B0684DCA}"/>
          </ac:cxnSpMkLst>
        </pc:cxnChg>
        <pc:cxnChg chg="add del mod">
          <ac:chgData name="Dave Amphlett" userId="f2f8973773aa74ea" providerId="LiveId" clId="{A41DE2D8-04D7-458A-AF64-89CE264836EB}" dt="2026-08-13T20:51:30.841" v="538" actId="478"/>
          <ac:cxnSpMkLst>
            <pc:docMk/>
            <pc:sldMk cId="1369959891" sldId="256"/>
            <ac:cxnSpMk id="40" creationId="{25E0C5C8-215D-EA68-0248-C0419A065466}"/>
          </ac:cxnSpMkLst>
        </pc:cxnChg>
        <pc:cxnChg chg="add mod">
          <ac:chgData name="Dave Amphlett" userId="f2f8973773aa74ea" providerId="LiveId" clId="{A41DE2D8-04D7-458A-AF64-89CE264836EB}" dt="2026-08-13T20:50:38.281" v="526" actId="692"/>
          <ac:cxnSpMkLst>
            <pc:docMk/>
            <pc:sldMk cId="1369959891" sldId="256"/>
            <ac:cxnSpMk id="41" creationId="{466B12C7-E50C-317D-842F-2CAE982E8119}"/>
          </ac:cxnSpMkLst>
        </pc:cxnChg>
        <pc:cxnChg chg="add mod">
          <ac:chgData name="Dave Amphlett" userId="f2f8973773aa74ea" providerId="LiveId" clId="{A41DE2D8-04D7-458A-AF64-89CE264836EB}" dt="2026-08-13T20:50:44.099" v="527" actId="692"/>
          <ac:cxnSpMkLst>
            <pc:docMk/>
            <pc:sldMk cId="1369959891" sldId="256"/>
            <ac:cxnSpMk id="46" creationId="{D7EB08FC-DBDD-6CAD-9EB8-71684B399BB8}"/>
          </ac:cxnSpMkLst>
        </pc:cxnChg>
        <pc:cxnChg chg="add mod">
          <ac:chgData name="Dave Amphlett" userId="f2f8973773aa74ea" providerId="LiveId" clId="{A41DE2D8-04D7-458A-AF64-89CE264836EB}" dt="2026-08-13T20:52:03.995" v="548" actId="14100"/>
          <ac:cxnSpMkLst>
            <pc:docMk/>
            <pc:sldMk cId="1369959891" sldId="256"/>
            <ac:cxnSpMk id="67" creationId="{CA343396-BFB6-AFD9-53CD-59076456F993}"/>
          </ac:cxnSpMkLst>
        </pc:cxnChg>
        <pc:cxnChg chg="add mod">
          <ac:chgData name="Dave Amphlett" userId="f2f8973773aa74ea" providerId="LiveId" clId="{A41DE2D8-04D7-458A-AF64-89CE264836EB}" dt="2026-08-13T20:52:14.344" v="551" actId="14100"/>
          <ac:cxnSpMkLst>
            <pc:docMk/>
            <pc:sldMk cId="1369959891" sldId="256"/>
            <ac:cxnSpMk id="70" creationId="{2469CB59-D4BE-3C09-3F62-A2C6CFA4EE5E}"/>
          </ac:cxnSpMkLst>
        </pc:cxnChg>
        <pc:cxnChg chg="add mod">
          <ac:chgData name="Dave Amphlett" userId="f2f8973773aa74ea" providerId="LiveId" clId="{A41DE2D8-04D7-458A-AF64-89CE264836EB}" dt="2026-08-13T20:52:24.128" v="554" actId="14100"/>
          <ac:cxnSpMkLst>
            <pc:docMk/>
            <pc:sldMk cId="1369959891" sldId="256"/>
            <ac:cxnSpMk id="73" creationId="{1DC3405F-DFF8-CB0F-FA5F-FF7A3906EF2A}"/>
          </ac:cxnSpMkLst>
        </pc:cxnChg>
        <pc:cxnChg chg="add mod">
          <ac:chgData name="Dave Amphlett" userId="f2f8973773aa74ea" providerId="LiveId" clId="{A41DE2D8-04D7-458A-AF64-89CE264836EB}" dt="2026-08-13T20:52:50.635" v="559" actId="14100"/>
          <ac:cxnSpMkLst>
            <pc:docMk/>
            <pc:sldMk cId="1369959891" sldId="256"/>
            <ac:cxnSpMk id="76" creationId="{C9C18D20-4ED6-5C61-E8B3-0C0D4E59B4C8}"/>
          </ac:cxnSpMkLst>
        </pc:cxnChg>
        <pc:cxnChg chg="add mod">
          <ac:chgData name="Dave Amphlett" userId="f2f8973773aa74ea" providerId="LiveId" clId="{A41DE2D8-04D7-458A-AF64-89CE264836EB}" dt="2026-08-13T20:52:59.451" v="562" actId="14100"/>
          <ac:cxnSpMkLst>
            <pc:docMk/>
            <pc:sldMk cId="1369959891" sldId="256"/>
            <ac:cxnSpMk id="79" creationId="{3B4F61BE-B0A4-E28D-91BB-ABC18AAD0378}"/>
          </ac:cxnSpMkLst>
        </pc:cxnChg>
        <pc:cxnChg chg="add mod">
          <ac:chgData name="Dave Amphlett" userId="f2f8973773aa74ea" providerId="LiveId" clId="{A41DE2D8-04D7-458A-AF64-89CE264836EB}" dt="2026-08-13T20:53:22.049" v="565" actId="14100"/>
          <ac:cxnSpMkLst>
            <pc:docMk/>
            <pc:sldMk cId="1369959891" sldId="256"/>
            <ac:cxnSpMk id="82" creationId="{0E7E39E7-18AF-FEB9-79F7-98ABB08EEB9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9135-266C-AE03-87BF-86AD5D1C5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8CD72-4180-E163-06D3-1EC806D0C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062BB-7409-2DD7-B69D-4FC1E867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DF99D-6BB1-DF41-4B51-C8AC21D6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F96FA-38C4-6C4D-8C8A-3C06C669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576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8372-8745-7818-0A9C-54BC65C3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587F3-5DAE-1847-24F9-F9782314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11900-0A91-36D8-70BA-C1247AE5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7CC5C-A653-A666-FF76-FD8DEA19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54EB-0ADB-950B-803E-19014E9F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16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3E15-3BDB-3380-6801-4666BAF4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AE717-3449-5DE3-3F06-8C02C985B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77A5-8651-CACA-7E59-4447D209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870AE-AB44-74E3-F1CF-B3FB357D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A65C-EDA4-1109-1324-96DDA011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17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977A-58AA-55DB-7955-F767C0FAA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791F-57F7-7D46-079D-41A0602DC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64FF5-BE08-FACC-6B7E-1BCB8705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52083-1605-824E-89D1-AC8A5E66A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41D9B-AE3E-C5FF-4387-0AA325B3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352EC-A554-B910-D9BA-18FC0A01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471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B876-02E3-A3F4-12EA-DB331AD7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32AA9-FECC-7008-1D30-0751CC69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A51CC-0A3A-D8EC-15A9-E6FF1F09E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E7B04-C2A2-C8EB-C106-8316AD575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83439-2AB8-24A8-C546-DA5930181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ACB44-030D-6050-66CC-DCCD6704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49A93-A187-BB22-C7CD-C9671684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954A52-16A0-6154-FA3C-D60BB200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74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7E1D-B09A-8D83-D598-445877E8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E4C59-20A1-D311-0AC0-D976E074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23EA8-A0D3-CE29-238D-227C3141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69C53-83F0-C9DA-A761-D428EB35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36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CC2B0-4A07-235E-4B14-368359E6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457F5-557C-4F64-D7A5-DEF6635E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6CC1E-A4F1-6B50-4D90-EAA15062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81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5770-CA42-E983-2CA9-96F1422C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1C53-31C9-3866-7AFA-3A5D5A539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4A7DE-E4BF-984A-E173-C90129B87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03DFD-0E94-92A7-79CD-3C9E34D8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2C434-5C71-DEB2-5608-6407B460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86068-7221-6FE1-2826-A02BD5BF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973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F013-F0D1-B999-F8B4-00049314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A6138-559C-5351-79F2-2C14FAB45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9A9B6-D045-A955-1375-390FE7D45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A2D3A-5AEB-A339-FBFD-18F481FE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DBFF9-07DA-A681-1101-3AA5F1E4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7DC50-7DD2-07D0-642D-9C391E81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27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7C12-7614-C932-9DE6-408D6D71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904D7-72EB-BE10-B295-29A7B4524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12E95-A571-9D9B-D977-A793AB41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B35BD-AFF2-CDD5-771A-EBFD8DE3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299E4-098B-492B-5D38-AB5D57CB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74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7B0FB-229E-B20B-D983-1FEC396CF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4F634-8A8D-FD0B-697F-59BCD5894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C6A6-1200-DF53-53DB-B7D682B8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90C2-A905-ED1A-21D0-5F2D227B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3E3EE-7CD6-1BC4-217E-3B6AEE81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81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9F87F-7B57-59BD-C077-E65AAE88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69C1C-4D96-37B1-AE77-CE1BA67E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8EEF7-BDF7-CFC2-AB1E-A90A2EC25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38120-EED6-4B5F-AB6A-0C2099CB798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34499-088B-3006-14A8-B590A7A9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4DC4-3607-1C74-C9EC-3568A6A46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187E9-69D2-4587-AC71-5FC09087B5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3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00F575-1302-6F62-6838-A5EDB0C8520E}"/>
              </a:ext>
            </a:extLst>
          </p:cNvPr>
          <p:cNvSpPr/>
          <p:nvPr/>
        </p:nvSpPr>
        <p:spPr>
          <a:xfrm>
            <a:off x="1396721" y="226143"/>
            <a:ext cx="7867859" cy="626314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FreeRTOS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E7A0B-5429-3B6D-BB4D-16510B5D4E17}"/>
              </a:ext>
            </a:extLst>
          </p:cNvPr>
          <p:cNvSpPr/>
          <p:nvPr/>
        </p:nvSpPr>
        <p:spPr>
          <a:xfrm rot="16200000">
            <a:off x="4896739" y="48896"/>
            <a:ext cx="2019664" cy="11146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SilOS</a:t>
            </a:r>
            <a:br>
              <a:rPr lang="en-GB" dirty="0"/>
            </a:br>
            <a:r>
              <a:rPr lang="en-GB" dirty="0"/>
              <a:t>Platform Specific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CDECE-B81D-875C-F447-1AB88E1FF3C0}"/>
              </a:ext>
            </a:extLst>
          </p:cNvPr>
          <p:cNvSpPr/>
          <p:nvPr/>
        </p:nvSpPr>
        <p:spPr>
          <a:xfrm rot="16200000">
            <a:off x="2815411" y="-1848919"/>
            <a:ext cx="3836580" cy="88005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SilOS</a:t>
            </a:r>
            <a:br>
              <a:rPr lang="en-GB" dirty="0"/>
            </a:br>
            <a:r>
              <a:rPr lang="en-GB" dirty="0"/>
              <a:t> Common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F5DEF-36C9-EFC9-2069-A001677006BF}"/>
              </a:ext>
            </a:extLst>
          </p:cNvPr>
          <p:cNvSpPr/>
          <p:nvPr/>
        </p:nvSpPr>
        <p:spPr>
          <a:xfrm>
            <a:off x="4584965" y="823965"/>
            <a:ext cx="2808893" cy="5400990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Shell Thread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26BA43-A148-052A-ACA7-A78F9B84D083}"/>
              </a:ext>
            </a:extLst>
          </p:cNvPr>
          <p:cNvSpPr/>
          <p:nvPr/>
        </p:nvSpPr>
        <p:spPr>
          <a:xfrm>
            <a:off x="1973255" y="823965"/>
            <a:ext cx="2451797" cy="5400990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uLISP</a:t>
            </a:r>
            <a:r>
              <a:rPr lang="en-GB" dirty="0"/>
              <a:t> Thread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8E6FC9-C13E-DBCC-8D89-E494DCAF4C52}"/>
              </a:ext>
            </a:extLst>
          </p:cNvPr>
          <p:cNvSpPr/>
          <p:nvPr/>
        </p:nvSpPr>
        <p:spPr>
          <a:xfrm rot="16200000">
            <a:off x="4193406" y="617052"/>
            <a:ext cx="2123767" cy="7536267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 err="1"/>
              <a:t>FreeRTOS</a:t>
            </a:r>
            <a:r>
              <a:rPr lang="en-GB" dirty="0"/>
              <a:t> Heap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0A94E-54F7-8CB9-2269-88C6DCA1A262}"/>
              </a:ext>
            </a:extLst>
          </p:cNvPr>
          <p:cNvSpPr txBox="1"/>
          <p:nvPr/>
        </p:nvSpPr>
        <p:spPr>
          <a:xfrm>
            <a:off x="6066355" y="5062345"/>
            <a:ext cx="1031051" cy="246221"/>
          </a:xfrm>
          <a:custGeom>
            <a:avLst/>
            <a:gdLst>
              <a:gd name="csX0" fmla="*/ 0 w 1031051"/>
              <a:gd name="csY0" fmla="*/ 0 h 246221"/>
              <a:gd name="csX1" fmla="*/ 505215 w 1031051"/>
              <a:gd name="csY1" fmla="*/ 0 h 246221"/>
              <a:gd name="csX2" fmla="*/ 1031051 w 1031051"/>
              <a:gd name="csY2" fmla="*/ 0 h 246221"/>
              <a:gd name="csX3" fmla="*/ 1031051 w 1031051"/>
              <a:gd name="csY3" fmla="*/ 246221 h 246221"/>
              <a:gd name="csX4" fmla="*/ 515526 w 1031051"/>
              <a:gd name="csY4" fmla="*/ 246221 h 246221"/>
              <a:gd name="csX5" fmla="*/ 0 w 1031051"/>
              <a:gd name="csY5" fmla="*/ 246221 h 246221"/>
              <a:gd name="csX6" fmla="*/ 0 w 1031051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1051" h="246221" extrusionOk="0">
                <a:moveTo>
                  <a:pt x="0" y="0"/>
                </a:moveTo>
                <a:cubicBezTo>
                  <a:pt x="162492" y="-21422"/>
                  <a:pt x="333776" y="20347"/>
                  <a:pt x="505215" y="0"/>
                </a:cubicBezTo>
                <a:cubicBezTo>
                  <a:pt x="676654" y="-20347"/>
                  <a:pt x="847654" y="6103"/>
                  <a:pt x="1031051" y="0"/>
                </a:cubicBezTo>
                <a:cubicBezTo>
                  <a:pt x="1027333" y="86454"/>
                  <a:pt x="1025768" y="132742"/>
                  <a:pt x="1031051" y="246221"/>
                </a:cubicBezTo>
                <a:cubicBezTo>
                  <a:pt x="850982" y="252607"/>
                  <a:pt x="629693" y="224758"/>
                  <a:pt x="515526" y="246221"/>
                </a:cubicBezTo>
                <a:cubicBezTo>
                  <a:pt x="401359" y="267684"/>
                  <a:pt x="238997" y="241126"/>
                  <a:pt x="0" y="246221"/>
                </a:cubicBezTo>
                <a:cubicBezTo>
                  <a:pt x="-4481" y="159282"/>
                  <a:pt x="-1193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i="1" dirty="0">
                <a:latin typeface="Lucida Console" panose="020B0609040504020204" pitchFamily="49" charset="0"/>
              </a:rPr>
              <a:t>framebuffer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DDEADC-FF2E-841A-4C67-31C1FF8BB85A}"/>
              </a:ext>
            </a:extLst>
          </p:cNvPr>
          <p:cNvSpPr txBox="1"/>
          <p:nvPr/>
        </p:nvSpPr>
        <p:spPr>
          <a:xfrm>
            <a:off x="5064949" y="5787814"/>
            <a:ext cx="1031051" cy="246221"/>
          </a:xfrm>
          <a:custGeom>
            <a:avLst/>
            <a:gdLst>
              <a:gd name="csX0" fmla="*/ 0 w 1031051"/>
              <a:gd name="csY0" fmla="*/ 0 h 246221"/>
              <a:gd name="csX1" fmla="*/ 505215 w 1031051"/>
              <a:gd name="csY1" fmla="*/ 0 h 246221"/>
              <a:gd name="csX2" fmla="*/ 1031051 w 1031051"/>
              <a:gd name="csY2" fmla="*/ 0 h 246221"/>
              <a:gd name="csX3" fmla="*/ 1031051 w 1031051"/>
              <a:gd name="csY3" fmla="*/ 246221 h 246221"/>
              <a:gd name="csX4" fmla="*/ 515526 w 1031051"/>
              <a:gd name="csY4" fmla="*/ 246221 h 246221"/>
              <a:gd name="csX5" fmla="*/ 0 w 1031051"/>
              <a:gd name="csY5" fmla="*/ 246221 h 246221"/>
              <a:gd name="csX6" fmla="*/ 0 w 1031051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31051" h="246221" extrusionOk="0">
                <a:moveTo>
                  <a:pt x="0" y="0"/>
                </a:moveTo>
                <a:cubicBezTo>
                  <a:pt x="162492" y="-36578"/>
                  <a:pt x="333776" y="5191"/>
                  <a:pt x="505215" y="0"/>
                </a:cubicBezTo>
                <a:cubicBezTo>
                  <a:pt x="676654" y="-5191"/>
                  <a:pt x="847654" y="42912"/>
                  <a:pt x="1031051" y="0"/>
                </a:cubicBezTo>
                <a:cubicBezTo>
                  <a:pt x="1054418" y="86454"/>
                  <a:pt x="1013457" y="132742"/>
                  <a:pt x="1031051" y="246221"/>
                </a:cubicBezTo>
                <a:cubicBezTo>
                  <a:pt x="850982" y="288694"/>
                  <a:pt x="629693" y="209292"/>
                  <a:pt x="515526" y="246221"/>
                </a:cubicBezTo>
                <a:cubicBezTo>
                  <a:pt x="401359" y="283150"/>
                  <a:pt x="238997" y="194729"/>
                  <a:pt x="0" y="246221"/>
                </a:cubicBezTo>
                <a:cubicBezTo>
                  <a:pt x="-2018" y="159282"/>
                  <a:pt x="2006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Lucida Console" panose="020B0609040504020204" pitchFamily="49" charset="0"/>
              </a:rPr>
              <a:t>Ui-render()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342890-D305-5142-5BEC-69908D782C40}"/>
              </a:ext>
            </a:extLst>
          </p:cNvPr>
          <p:cNvSpPr txBox="1"/>
          <p:nvPr/>
        </p:nvSpPr>
        <p:spPr>
          <a:xfrm>
            <a:off x="4683133" y="3967031"/>
            <a:ext cx="1107996" cy="400110"/>
          </a:xfrm>
          <a:custGeom>
            <a:avLst/>
            <a:gdLst>
              <a:gd name="csX0" fmla="*/ 0 w 1107996"/>
              <a:gd name="csY0" fmla="*/ 0 h 400110"/>
              <a:gd name="csX1" fmla="*/ 542918 w 1107996"/>
              <a:gd name="csY1" fmla="*/ 0 h 400110"/>
              <a:gd name="csX2" fmla="*/ 1107996 w 1107996"/>
              <a:gd name="csY2" fmla="*/ 0 h 400110"/>
              <a:gd name="csX3" fmla="*/ 1107996 w 1107996"/>
              <a:gd name="csY3" fmla="*/ 400110 h 400110"/>
              <a:gd name="csX4" fmla="*/ 553998 w 1107996"/>
              <a:gd name="csY4" fmla="*/ 400110 h 400110"/>
              <a:gd name="csX5" fmla="*/ 0 w 1107996"/>
              <a:gd name="csY5" fmla="*/ 400110 h 400110"/>
              <a:gd name="csX6" fmla="*/ 0 w 1107996"/>
              <a:gd name="csY6" fmla="*/ 0 h 4001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07996" h="400110" extrusionOk="0">
                <a:moveTo>
                  <a:pt x="0" y="0"/>
                </a:moveTo>
                <a:cubicBezTo>
                  <a:pt x="224005" y="-12299"/>
                  <a:pt x="277561" y="-21147"/>
                  <a:pt x="542918" y="0"/>
                </a:cubicBezTo>
                <a:cubicBezTo>
                  <a:pt x="808275" y="21147"/>
                  <a:pt x="898804" y="10164"/>
                  <a:pt x="1107996" y="0"/>
                </a:cubicBezTo>
                <a:cubicBezTo>
                  <a:pt x="1100931" y="121854"/>
                  <a:pt x="1119703" y="286547"/>
                  <a:pt x="1107996" y="400110"/>
                </a:cubicBezTo>
                <a:cubicBezTo>
                  <a:pt x="978440" y="401003"/>
                  <a:pt x="679382" y="390984"/>
                  <a:pt x="553998" y="400110"/>
                </a:cubicBezTo>
                <a:cubicBezTo>
                  <a:pt x="428614" y="409236"/>
                  <a:pt x="175654" y="421142"/>
                  <a:pt x="0" y="400110"/>
                </a:cubicBezTo>
                <a:cubicBezTo>
                  <a:pt x="-9402" y="214167"/>
                  <a:pt x="7985" y="187328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 anchor="ctr" anchorCtr="0">
            <a:spAutoFit/>
          </a:bodyPr>
          <a:lstStyle/>
          <a:p>
            <a:pPr algn="ctr"/>
            <a:r>
              <a:rPr lang="en-GB" sz="1000" i="1" dirty="0">
                <a:latin typeface="Lucida Console" panose="020B0609040504020204" pitchFamily="49" charset="0"/>
              </a:rPr>
              <a:t>binding-pair</a:t>
            </a:r>
            <a:br>
              <a:rPr lang="en-GB" sz="1000" i="1" dirty="0">
                <a:latin typeface="Lucida Console" panose="020B0609040504020204" pitchFamily="49" charset="0"/>
              </a:rPr>
            </a:br>
            <a:r>
              <a:rPr lang="en-GB" sz="1000" i="1" dirty="0">
                <a:latin typeface="Lucida Console" panose="020B0609040504020204" pitchFamily="49" charset="0"/>
              </a:rPr>
              <a:t>map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F699CB-ECDB-F01F-DF9C-B66789677492}"/>
              </a:ext>
            </a:extLst>
          </p:cNvPr>
          <p:cNvSpPr txBox="1"/>
          <p:nvPr/>
        </p:nvSpPr>
        <p:spPr>
          <a:xfrm>
            <a:off x="4832772" y="2930029"/>
            <a:ext cx="877163" cy="246221"/>
          </a:xfrm>
          <a:custGeom>
            <a:avLst/>
            <a:gdLst>
              <a:gd name="csX0" fmla="*/ 0 w 877163"/>
              <a:gd name="csY0" fmla="*/ 0 h 246221"/>
              <a:gd name="csX1" fmla="*/ 429810 w 877163"/>
              <a:gd name="csY1" fmla="*/ 0 h 246221"/>
              <a:gd name="csX2" fmla="*/ 877163 w 877163"/>
              <a:gd name="csY2" fmla="*/ 0 h 246221"/>
              <a:gd name="csX3" fmla="*/ 877163 w 877163"/>
              <a:gd name="csY3" fmla="*/ 246221 h 246221"/>
              <a:gd name="csX4" fmla="*/ 438582 w 877163"/>
              <a:gd name="csY4" fmla="*/ 246221 h 246221"/>
              <a:gd name="csX5" fmla="*/ 0 w 877163"/>
              <a:gd name="csY5" fmla="*/ 246221 h 246221"/>
              <a:gd name="csX6" fmla="*/ 0 w 877163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7163" h="246221" extrusionOk="0">
                <a:moveTo>
                  <a:pt x="0" y="0"/>
                </a:moveTo>
                <a:cubicBezTo>
                  <a:pt x="172463" y="-3869"/>
                  <a:pt x="313717" y="22804"/>
                  <a:pt x="429810" y="0"/>
                </a:cubicBezTo>
                <a:cubicBezTo>
                  <a:pt x="545903" y="-22804"/>
                  <a:pt x="682465" y="24173"/>
                  <a:pt x="877163" y="0"/>
                </a:cubicBezTo>
                <a:cubicBezTo>
                  <a:pt x="900530" y="86454"/>
                  <a:pt x="859569" y="132742"/>
                  <a:pt x="877163" y="246221"/>
                </a:cubicBezTo>
                <a:cubicBezTo>
                  <a:pt x="742722" y="253677"/>
                  <a:pt x="630572" y="218600"/>
                  <a:pt x="438582" y="246221"/>
                </a:cubicBezTo>
                <a:cubicBezTo>
                  <a:pt x="246592" y="273842"/>
                  <a:pt x="89624" y="213332"/>
                  <a:pt x="0" y="246221"/>
                </a:cubicBezTo>
                <a:cubicBezTo>
                  <a:pt x="-2018" y="159282"/>
                  <a:pt x="2006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dirty="0" err="1">
                <a:latin typeface="Lucida Console" panose="020B0609040504020204" pitchFamily="49" charset="0"/>
              </a:rPr>
              <a:t>ui</a:t>
            </a:r>
            <a:r>
              <a:rPr lang="en-GB" sz="1000" dirty="0">
                <a:latin typeface="Lucida Console" panose="020B0609040504020204" pitchFamily="49" charset="0"/>
              </a:rPr>
              <a:t>-bind()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7B5C17-E93F-A2D0-87B7-3393328AA546}"/>
              </a:ext>
            </a:extLst>
          </p:cNvPr>
          <p:cNvSpPr txBox="1"/>
          <p:nvPr/>
        </p:nvSpPr>
        <p:spPr>
          <a:xfrm>
            <a:off x="2661295" y="4090222"/>
            <a:ext cx="1184940" cy="246221"/>
          </a:xfrm>
          <a:custGeom>
            <a:avLst/>
            <a:gdLst>
              <a:gd name="csX0" fmla="*/ 0 w 1184940"/>
              <a:gd name="csY0" fmla="*/ 0 h 246221"/>
              <a:gd name="csX1" fmla="*/ 580621 w 1184940"/>
              <a:gd name="csY1" fmla="*/ 0 h 246221"/>
              <a:gd name="csX2" fmla="*/ 1184940 w 1184940"/>
              <a:gd name="csY2" fmla="*/ 0 h 246221"/>
              <a:gd name="csX3" fmla="*/ 1184940 w 1184940"/>
              <a:gd name="csY3" fmla="*/ 246221 h 246221"/>
              <a:gd name="csX4" fmla="*/ 592470 w 1184940"/>
              <a:gd name="csY4" fmla="*/ 246221 h 246221"/>
              <a:gd name="csX5" fmla="*/ 0 w 1184940"/>
              <a:gd name="csY5" fmla="*/ 246221 h 246221"/>
              <a:gd name="csX6" fmla="*/ 0 w 1184940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84940" h="246221" extrusionOk="0">
                <a:moveTo>
                  <a:pt x="0" y="0"/>
                </a:moveTo>
                <a:cubicBezTo>
                  <a:pt x="161139" y="-1531"/>
                  <a:pt x="436306" y="-5839"/>
                  <a:pt x="580621" y="0"/>
                </a:cubicBezTo>
                <a:cubicBezTo>
                  <a:pt x="724936" y="5839"/>
                  <a:pt x="953085" y="-14374"/>
                  <a:pt x="1184940" y="0"/>
                </a:cubicBezTo>
                <a:cubicBezTo>
                  <a:pt x="1181222" y="86454"/>
                  <a:pt x="1179657" y="132742"/>
                  <a:pt x="1184940" y="246221"/>
                </a:cubicBezTo>
                <a:cubicBezTo>
                  <a:pt x="903450" y="257358"/>
                  <a:pt x="804932" y="258101"/>
                  <a:pt x="592470" y="246221"/>
                </a:cubicBezTo>
                <a:cubicBezTo>
                  <a:pt x="380008" y="234342"/>
                  <a:pt x="151784" y="248037"/>
                  <a:pt x="0" y="246221"/>
                </a:cubicBezTo>
                <a:cubicBezTo>
                  <a:pt x="-4481" y="159282"/>
                  <a:pt x="-1193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i="1" dirty="0">
                <a:latin typeface="Lucida Console" panose="020B0609040504020204" pitchFamily="49" charset="0"/>
              </a:rPr>
              <a:t>binding-pairs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00E69D-64E5-36EE-8B71-62051BAA1BCB}"/>
              </a:ext>
            </a:extLst>
          </p:cNvPr>
          <p:cNvSpPr txBox="1"/>
          <p:nvPr/>
        </p:nvSpPr>
        <p:spPr>
          <a:xfrm>
            <a:off x="6297188" y="3609145"/>
            <a:ext cx="877163" cy="246221"/>
          </a:xfrm>
          <a:custGeom>
            <a:avLst/>
            <a:gdLst>
              <a:gd name="csX0" fmla="*/ 0 w 877163"/>
              <a:gd name="csY0" fmla="*/ 0 h 246221"/>
              <a:gd name="csX1" fmla="*/ 429810 w 877163"/>
              <a:gd name="csY1" fmla="*/ 0 h 246221"/>
              <a:gd name="csX2" fmla="*/ 877163 w 877163"/>
              <a:gd name="csY2" fmla="*/ 0 h 246221"/>
              <a:gd name="csX3" fmla="*/ 877163 w 877163"/>
              <a:gd name="csY3" fmla="*/ 246221 h 246221"/>
              <a:gd name="csX4" fmla="*/ 438582 w 877163"/>
              <a:gd name="csY4" fmla="*/ 246221 h 246221"/>
              <a:gd name="csX5" fmla="*/ 0 w 877163"/>
              <a:gd name="csY5" fmla="*/ 246221 h 246221"/>
              <a:gd name="csX6" fmla="*/ 0 w 877163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7163" h="246221" extrusionOk="0">
                <a:moveTo>
                  <a:pt x="0" y="0"/>
                </a:moveTo>
                <a:cubicBezTo>
                  <a:pt x="172463" y="430"/>
                  <a:pt x="313717" y="9910"/>
                  <a:pt x="429810" y="0"/>
                </a:cubicBezTo>
                <a:cubicBezTo>
                  <a:pt x="545903" y="-9910"/>
                  <a:pt x="682465" y="-7142"/>
                  <a:pt x="877163" y="0"/>
                </a:cubicBezTo>
                <a:cubicBezTo>
                  <a:pt x="873445" y="86454"/>
                  <a:pt x="871880" y="132742"/>
                  <a:pt x="877163" y="246221"/>
                </a:cubicBezTo>
                <a:cubicBezTo>
                  <a:pt x="742722" y="258063"/>
                  <a:pt x="630572" y="231757"/>
                  <a:pt x="438582" y="246221"/>
                </a:cubicBezTo>
                <a:cubicBezTo>
                  <a:pt x="246592" y="260685"/>
                  <a:pt x="89624" y="235261"/>
                  <a:pt x="0" y="246221"/>
                </a:cubicBezTo>
                <a:cubicBezTo>
                  <a:pt x="-4481" y="159282"/>
                  <a:pt x="-1193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i="1" dirty="0">
                <a:latin typeface="Lucida Console" panose="020B0609040504020204" pitchFamily="49" charset="0"/>
              </a:rPr>
              <a:t>templates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D52030-39BA-1301-E81C-C9052DED68C4}"/>
              </a:ext>
            </a:extLst>
          </p:cNvPr>
          <p:cNvSpPr txBox="1"/>
          <p:nvPr/>
        </p:nvSpPr>
        <p:spPr>
          <a:xfrm>
            <a:off x="5989411" y="2010142"/>
            <a:ext cx="1184940" cy="246221"/>
          </a:xfrm>
          <a:custGeom>
            <a:avLst/>
            <a:gdLst>
              <a:gd name="csX0" fmla="*/ 0 w 1184940"/>
              <a:gd name="csY0" fmla="*/ 0 h 246221"/>
              <a:gd name="csX1" fmla="*/ 580621 w 1184940"/>
              <a:gd name="csY1" fmla="*/ 0 h 246221"/>
              <a:gd name="csX2" fmla="*/ 1184940 w 1184940"/>
              <a:gd name="csY2" fmla="*/ 0 h 246221"/>
              <a:gd name="csX3" fmla="*/ 1184940 w 1184940"/>
              <a:gd name="csY3" fmla="*/ 246221 h 246221"/>
              <a:gd name="csX4" fmla="*/ 592470 w 1184940"/>
              <a:gd name="csY4" fmla="*/ 246221 h 246221"/>
              <a:gd name="csX5" fmla="*/ 0 w 1184940"/>
              <a:gd name="csY5" fmla="*/ 246221 h 246221"/>
              <a:gd name="csX6" fmla="*/ 0 w 1184940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84940" h="246221" extrusionOk="0">
                <a:moveTo>
                  <a:pt x="0" y="0"/>
                </a:moveTo>
                <a:cubicBezTo>
                  <a:pt x="161139" y="-42175"/>
                  <a:pt x="436306" y="11579"/>
                  <a:pt x="580621" y="0"/>
                </a:cubicBezTo>
                <a:cubicBezTo>
                  <a:pt x="724936" y="-11579"/>
                  <a:pt x="953085" y="40015"/>
                  <a:pt x="1184940" y="0"/>
                </a:cubicBezTo>
                <a:cubicBezTo>
                  <a:pt x="1208307" y="86454"/>
                  <a:pt x="1167346" y="132742"/>
                  <a:pt x="1184940" y="246221"/>
                </a:cubicBezTo>
                <a:cubicBezTo>
                  <a:pt x="903450" y="310680"/>
                  <a:pt x="804932" y="216628"/>
                  <a:pt x="592470" y="246221"/>
                </a:cubicBezTo>
                <a:cubicBezTo>
                  <a:pt x="380008" y="275814"/>
                  <a:pt x="151784" y="182865"/>
                  <a:pt x="0" y="246221"/>
                </a:cubicBezTo>
                <a:cubicBezTo>
                  <a:pt x="-2018" y="159282"/>
                  <a:pt x="20069" y="109710"/>
                  <a:pt x="0" y="0"/>
                </a:cubicBezTo>
                <a:close/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GB" sz="1000" dirty="0" err="1">
                <a:latin typeface="Lucida Console" panose="020B0609040504020204" pitchFamily="49" charset="0"/>
              </a:rPr>
              <a:t>ui</a:t>
            </a:r>
            <a:r>
              <a:rPr lang="en-GB" sz="1000" dirty="0">
                <a:latin typeface="Lucida Console" panose="020B0609040504020204" pitchFamily="49" charset="0"/>
              </a:rPr>
              <a:t>-template()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E6D8631-78D9-E7C4-AD86-38E651E48A88}"/>
              </a:ext>
            </a:extLst>
          </p:cNvPr>
          <p:cNvCxnSpPr>
            <a:cxnSpLocks/>
            <a:stCxn id="45" idx="3"/>
            <a:endCxn id="23" idx="1"/>
          </p:cNvCxnSpPr>
          <p:nvPr/>
        </p:nvCxnSpPr>
        <p:spPr>
          <a:xfrm>
            <a:off x="3331145" y="2346127"/>
            <a:ext cx="1501627" cy="70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467ACD9-39D9-9D07-EDD1-E8D56DB15313}"/>
              </a:ext>
            </a:extLst>
          </p:cNvPr>
          <p:cNvCxnSpPr>
            <a:cxnSpLocks/>
            <a:stCxn id="45" idx="3"/>
            <a:endCxn id="31" idx="1"/>
          </p:cNvCxnSpPr>
          <p:nvPr/>
        </p:nvCxnSpPr>
        <p:spPr>
          <a:xfrm flipV="1">
            <a:off x="3331145" y="2133253"/>
            <a:ext cx="2658266" cy="212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66B12C7-E50C-317D-842F-2CAE982E8119}"/>
              </a:ext>
            </a:extLst>
          </p:cNvPr>
          <p:cNvCxnSpPr>
            <a:cxnSpLocks/>
            <a:stCxn id="45" idx="2"/>
            <a:endCxn id="25" idx="0"/>
          </p:cNvCxnSpPr>
          <p:nvPr/>
        </p:nvCxnSpPr>
        <p:spPr>
          <a:xfrm>
            <a:off x="2786450" y="3058965"/>
            <a:ext cx="467315" cy="1031257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1E5179E7-9812-3658-C9E3-08AD5892D045}"/>
              </a:ext>
            </a:extLst>
          </p:cNvPr>
          <p:cNvSpPr/>
          <p:nvPr/>
        </p:nvSpPr>
        <p:spPr>
          <a:xfrm>
            <a:off x="2241755" y="1633288"/>
            <a:ext cx="1089390" cy="142567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App Code </a:t>
            </a:r>
            <a:r>
              <a:rPr lang="en-GB" i="1" dirty="0">
                <a:solidFill>
                  <a:schemeClr val="accent5">
                    <a:lumMod val="75000"/>
                  </a:schemeClr>
                </a:solidFill>
              </a:rPr>
              <a:t>Lisp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7EB08FC-DBDD-6CAD-9EB8-71684B399BB8}"/>
              </a:ext>
            </a:extLst>
          </p:cNvPr>
          <p:cNvCxnSpPr>
            <a:cxnSpLocks/>
            <a:stCxn id="21" idx="1"/>
            <a:endCxn id="25" idx="3"/>
          </p:cNvCxnSpPr>
          <p:nvPr/>
        </p:nvCxnSpPr>
        <p:spPr>
          <a:xfrm flipH="1">
            <a:off x="3846235" y="4167086"/>
            <a:ext cx="836898" cy="46247"/>
          </a:xfrm>
          <a:prstGeom prst="straightConnector1">
            <a:avLst/>
          </a:prstGeom>
          <a:ln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343396-BFB6-AFD9-53CD-59076456F993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 flipH="1">
            <a:off x="5237131" y="2256363"/>
            <a:ext cx="1344750" cy="1710668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469CB59-D4BE-3C09-3F62-A2C6CFA4EE5E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 flipH="1">
            <a:off x="5237131" y="3176250"/>
            <a:ext cx="34223" cy="790781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DC3405F-DFF8-CB0F-FA5F-FF7A3906EF2A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>
            <a:off x="6581881" y="2256363"/>
            <a:ext cx="153889" cy="1352782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9C18D20-4ED6-5C61-E8B3-0C0D4E59B4C8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5237131" y="4367141"/>
            <a:ext cx="343344" cy="1420673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B4F61BE-B0A4-E28D-91BB-ABC18AAD0378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flipH="1">
            <a:off x="5580475" y="5308566"/>
            <a:ext cx="1001406" cy="479248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E7E39E7-18AF-FEB9-79F7-98ABB08EEB99}"/>
              </a:ext>
            </a:extLst>
          </p:cNvPr>
          <p:cNvCxnSpPr>
            <a:cxnSpLocks/>
            <a:stCxn id="27" idx="2"/>
            <a:endCxn id="19" idx="0"/>
          </p:cNvCxnSpPr>
          <p:nvPr/>
        </p:nvCxnSpPr>
        <p:spPr>
          <a:xfrm flipH="1">
            <a:off x="5580475" y="3855366"/>
            <a:ext cx="1155295" cy="1932448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95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Amphlett</dc:creator>
  <cp:lastModifiedBy>Dave Amphlett</cp:lastModifiedBy>
  <cp:revision>1</cp:revision>
  <dcterms:created xsi:type="dcterms:W3CDTF">2026-08-13T20:20:11Z</dcterms:created>
  <dcterms:modified xsi:type="dcterms:W3CDTF">2026-08-13T21:29:01Z</dcterms:modified>
</cp:coreProperties>
</file>